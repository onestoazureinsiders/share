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72" r:id="rId5"/>
    <p:sldMasterId id="2147483708" r:id="rId6"/>
    <p:sldMasterId id="2147483720" r:id="rId7"/>
    <p:sldMasterId id="2147483684" r:id="rId8"/>
  </p:sldMasterIdLst>
  <p:notesMasterIdLst>
    <p:notesMasterId r:id="rId17"/>
  </p:notesMasterIdLst>
  <p:handoutMasterIdLst>
    <p:handoutMasterId r:id="rId18"/>
  </p:handoutMasterIdLst>
  <p:sldIdLst>
    <p:sldId id="275" r:id="rId9"/>
    <p:sldId id="277" r:id="rId10"/>
    <p:sldId id="279" r:id="rId11"/>
    <p:sldId id="280" r:id="rId12"/>
    <p:sldId id="281" r:id="rId13"/>
    <p:sldId id="278" r:id="rId14"/>
    <p:sldId id="282" r:id="rId15"/>
    <p:sldId id="272" r:id="rId16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47E375-E2EC-4098-C1D2-74CBF19F740B}" v="82" dt="2025-03-21T10:39:50.970"/>
    <p1510:client id="{D3352FF0-C246-4CA5-BCE8-C6921B97F995}" v="221" dt="2025-03-21T14:18:08.175"/>
    <p1510:client id="{D86B7CDE-B162-0C75-60A9-CC3A3D8E9EA7}" v="8" dt="2025-03-21T10:02:53.742"/>
    <p1510:client id="{ED81F6FF-4257-A953-923F-01645D986D4D}" v="25" dt="2025-03-21T10:00:52.7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68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5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microsoft.com/office/2015/10/relationships/revisionInfo" Target="revisionInfo.xml"/><Relationship Id="rId10" Type="http://schemas.openxmlformats.org/officeDocument/2006/relationships/slide" Target="slides/slide2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B2B4F8F-6CE4-4C0D-48F3-92569845F3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C4AAA1-69C8-9B90-9811-9FFB8F6414D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42F6B8-6F16-41A8-A2EE-97C97D13961B}" type="datetimeFigureOut">
              <a:rPr lang="da-DK" smtClean="0"/>
              <a:t>26-03-2025</a:t>
            </a:fld>
            <a:endParaRPr lang="da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8416AB-590F-B6F9-C1B0-E6C37F45357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B0F9E0-1DC3-2ED0-2657-B787371622B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0DB99F-2F53-44A2-81E8-06E0F7191E89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80537620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015865-F685-45A8-8E69-9F725F3A1976}" type="datetimeFigureOut">
              <a:rPr lang="da-DK" smtClean="0"/>
              <a:t>26-03-2025</a:t>
            </a:fld>
            <a:endParaRPr lang="da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2D2B6B-D94A-4817-9A02-F3573049CE79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86478019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D2B6B-D94A-4817-9A02-F3573049CE79}" type="slidenum">
              <a:rPr lang="da-DK" smtClean="0"/>
              <a:t>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015946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46091-BBDC-FD87-EF9B-B41437EB2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7F7460-93A5-33F0-1334-B1840276A0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36D1C2-64A2-3559-A2BD-084ECEDDDD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FBFBC55B-5708-F402-4B20-D0E9612B5D0E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1AC28A-571B-B7D2-2D86-2937A17FCE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D2B6B-D94A-4817-9A02-F3573049CE79}" type="slidenum">
              <a:rPr lang="da-DK" smtClean="0"/>
              <a:t>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743126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66A5C-5CFF-6BB9-030C-4A16C2140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63E3FA-E953-5892-8536-5C83B83943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355E30-9227-60A5-1684-94562CDABE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EE967840-71F4-A7A5-8476-E0FA17EB0D2A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1B054B-937C-3F27-46BA-0E3416DBE3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D2B6B-D94A-4817-9A02-F3573049CE79}" type="slidenum">
              <a:rPr lang="da-DK" smtClean="0"/>
              <a:t>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817073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90B51-53A5-A03E-E09A-413A3BE16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A88392-7E9C-9611-0A90-BDBBF3C96E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E10661-852D-CE32-43AC-275D8E4886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A63F5401-F8C3-80E5-12C4-9F7766372B1F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F1C568-B24B-CBA9-ABAA-FD50D8DC44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D2B6B-D94A-4817-9A02-F3573049CE79}" type="slidenum">
              <a:rPr lang="da-DK" smtClean="0"/>
              <a:t>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830515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CC50C-690B-780D-086D-7E0A3EAD8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C0D17B-7738-094C-6C6A-9935F8739A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7AEF06-55FF-9AA5-E2EC-F820101E94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D30F4B4E-3636-4339-56C7-A522B8E989A9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E5A576-A61B-838A-7E7B-162676B4DD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D2B6B-D94A-4817-9A02-F3573049CE79}" type="slidenum">
              <a:rPr lang="da-DK" smtClean="0"/>
              <a:t>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296375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40AF2-EA2F-1288-019A-D633036F2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A7AA0F-A75B-AEF7-193E-B1FB8B31C4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385021-8DF1-25B8-2961-74AF87D298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CFC62322-7A89-4F7D-37D7-332BDC3EEE35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1F0FAB-8FC6-A227-89EF-EE794FAB4B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D2B6B-D94A-4817-9A02-F3573049CE79}" type="slidenum">
              <a:rPr lang="da-DK" smtClean="0"/>
              <a:t>7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743732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/>
              <a:t>De følgende slides går i detaljer med aktiviteter som KUNNE være relevant for kunden.</a:t>
            </a:r>
            <a:endParaRPr lang="en-DK"/>
          </a:p>
        </p:txBody>
      </p:sp>
      <p:sp>
        <p:nvSpPr>
          <p:cNvPr id="4" name="Pladsholder til sidehoved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D2B6B-D94A-4817-9A02-F3573049CE79}" type="slidenum">
              <a:rPr lang="da-DK" smtClean="0"/>
              <a:t>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7532961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2A69E3-F4A1-97A9-9E72-620798D34F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5408FC72-EB18-71CE-7BEC-80063DB81D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6939582C-2817-F091-88F5-9F234D4FA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6E312-AC8A-43EB-8E65-FE530A1728E5}" type="datetime1">
              <a:rPr lang="da-DK" smtClean="0"/>
              <a:t>26-03-2025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EA40E1F1-65E6-C1A5-AFCF-856FFC47C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31720735-1FB6-D1FA-54C6-2B5D57744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A847B-AD0F-44D9-B519-2C1D7BBF5AF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41340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B8FE51C6-F01D-F0C7-8CB1-8284A950CE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BBFCE9F1-3633-3490-0484-67B05E02C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3C34C-8D08-4E10-BD89-715620E2F764}" type="datetime1">
              <a:rPr lang="da-DK" smtClean="0"/>
              <a:t>26-03-2025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E98D472A-3FB5-805D-0926-101DE9622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09F4BA22-2676-862E-60BA-0D5DEE487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A847B-AD0F-44D9-B519-2C1D7BBF5AF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7466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38262E-1EF4-4355-554C-704296FB3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41FEEBF3-DCFA-05AE-F34C-6AEAA0939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C3FB8742-6DA4-4080-AB8B-661499890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1902E-5F93-4701-9E50-8B96C0344961}" type="datetime1">
              <a:rPr lang="da-DK" smtClean="0"/>
              <a:t>26-03-2025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81E6BD8F-17BD-E279-A93D-F4B2A4FD1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0851248B-6B2F-6F02-9C91-2B161696A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A847B-AD0F-44D9-B519-2C1D7BBF5AF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66161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AEE36139-4594-D9CC-0454-0BAAFE70CD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DEC6BF94-F4FE-B119-CC4C-DA3E42FFAC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6B8DD4FE-A093-B78A-28C8-839CFA9B2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DC7C3-9E22-4AA3-8F6A-5519B3D031B5}" type="datetime1">
              <a:rPr lang="da-DK" smtClean="0"/>
              <a:t>26-03-2025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F4FAB303-B456-EA21-16D5-150D2526C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79A10855-7CA5-8DF5-7E52-A0A4790B3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A847B-AD0F-44D9-B519-2C1D7BBF5AF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209550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31800DFE-93A1-A5EB-1F03-A8771DAEE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BECE0000-FCA4-BFDA-DFE5-71337544D7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DD6DF945-45B5-40C8-3D9E-11F46E8CCD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44F5EEB6-C564-BA56-798D-93A9AECE4D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A361D5CF-61FA-D5BF-6868-5423212FF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2477A-14B6-4B4B-883D-1EF9364D30DA}" type="datetime1">
              <a:rPr lang="da-DK" smtClean="0"/>
              <a:t>26-03-2025</a:t>
            </a:fld>
            <a:endParaRPr lang="da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001474EF-1A60-0724-EE20-E82874D53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2A9198F6-E1C4-FA38-924E-57E1B4802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A847B-AD0F-44D9-B519-2C1D7BBF5AF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86752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ECC00504-C2B2-FE14-4DAA-B74404D0D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82C76-B38D-4A30-9E29-562177F9BF7C}" type="datetime1">
              <a:rPr lang="da-DK" smtClean="0"/>
              <a:t>26-03-2025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52CAC9F3-1514-D02B-873E-0E62EF9A9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719B5D1B-C74F-3BEB-1F5F-A1B0C6A7F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A847B-AD0F-44D9-B519-2C1D7BBF5AF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59394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30754AB2-C576-FDE3-0439-3510AAF40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7C259-8477-4D24-9460-F45FCF4EAB45}" type="datetime1">
              <a:rPr lang="da-DK" smtClean="0"/>
              <a:t>26-03-2025</a:t>
            </a:fld>
            <a:endParaRPr lang="da-DK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C6AEB96A-4D0F-8941-6979-1DABB4CE3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C08DA094-A9A5-82EC-D831-F3B2CEECF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A847B-AD0F-44D9-B519-2C1D7BBF5AF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33447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08E7674C-72B6-B146-3306-F278A4D97E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29660F7F-A505-FDF8-BCEA-20D24140C8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068A5CA1-C49E-E356-96F4-FD36422E3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9D79C-D65E-498D-A4D6-BE31AB2A48E4}" type="datetime1">
              <a:rPr lang="da-DK" smtClean="0"/>
              <a:t>26-03-2025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CBB8A5CC-480D-41DC-75B6-AD57ADDFD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DC207EC8-CC6C-E5C7-554E-431B21453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A847B-AD0F-44D9-B519-2C1D7BBF5AF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10107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CA0A4F8C-BA22-E800-CF52-B7D7C0D121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a-DK"/>
              <a:t>Klik på ikonet for at tilføje et billede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1E99D279-CE88-B9E8-D79F-1CA6A3EF1A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991D5128-A88E-6FB6-5CA0-5741C630F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1EB9F-7920-4F90-A8FA-2CFE4B84A29A}" type="datetime1">
              <a:rPr lang="da-DK" smtClean="0"/>
              <a:t>26-03-2025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54A0B24F-3F06-4E23-C8C9-6B7BCF708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7574B33C-8A02-F76C-7C04-88F366B75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A847B-AD0F-44D9-B519-2C1D7BBF5AF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47269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0236E877-CC6C-0081-B702-043962FD9C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5FFCE98C-2305-B966-D67D-76BB13D17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5B677-E08A-4F92-A510-7764EACC3941}" type="datetime1">
              <a:rPr lang="da-DK" smtClean="0"/>
              <a:t>26-03-2025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29F8303-E0E4-E80B-675A-FA99BF191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3F35661A-CDB5-AE3B-8337-91E5D3A58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A847B-AD0F-44D9-B519-2C1D7BBF5AF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01398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7BBE6F25-4531-8FF9-0A1D-7311B53AE7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95A977C1-6439-A295-7191-39FC79B8E9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6DABCC94-6DEE-2CFC-C079-2E73440A4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85930-6D1E-4CC5-911E-810A9D90F2AE}" type="datetime1">
              <a:rPr lang="da-DK" smtClean="0"/>
              <a:t>26-03-2025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AEBAF759-86F1-E45F-768F-35926C776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B8BDBE29-1209-E68B-5C01-B082EE6A5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A847B-AD0F-44D9-B519-2C1D7BBF5AF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096737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2A69E3-F4A1-97A9-9E72-620798D34F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5408FC72-EB18-71CE-7BEC-80063DB81D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6939582C-2817-F091-88F5-9F234D4FA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6E312-AC8A-43EB-8E65-FE530A1728E5}" type="datetime1">
              <a:rPr lang="da-DK" smtClean="0"/>
              <a:t>26-03-2025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EA40E1F1-65E6-C1A5-AFCF-856FFC47C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31720735-1FB6-D1FA-54C6-2B5D57744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A847B-AD0F-44D9-B519-2C1D7BBF5AF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78724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B8FE51C6-F01D-F0C7-8CB1-8284A950CE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BBFCE9F1-3633-3490-0484-67B05E02C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3C34C-8D08-4E10-BD89-715620E2F764}" type="datetime1">
              <a:rPr lang="da-DK" smtClean="0"/>
              <a:t>26-03-2025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E98D472A-3FB5-805D-0926-101DE9622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09F4BA22-2676-862E-60BA-0D5DEE487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A847B-AD0F-44D9-B519-2C1D7BBF5AF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644817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38262E-1EF4-4355-554C-704296FB3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41FEEBF3-DCFA-05AE-F34C-6AEAA0939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C3FB8742-6DA4-4080-AB8B-661499890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1902E-5F93-4701-9E50-8B96C0344961}" type="datetime1">
              <a:rPr lang="da-DK" smtClean="0"/>
              <a:t>26-03-2025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81E6BD8F-17BD-E279-A93D-F4B2A4FD1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0851248B-6B2F-6F02-9C91-2B161696A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A847B-AD0F-44D9-B519-2C1D7BBF5AF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939093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AEE36139-4594-D9CC-0454-0BAAFE70CD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DEC6BF94-F4FE-B119-CC4C-DA3E42FFAC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6B8DD4FE-A093-B78A-28C8-839CFA9B2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DC7C3-9E22-4AA3-8F6A-5519B3D031B5}" type="datetime1">
              <a:rPr lang="da-DK" smtClean="0"/>
              <a:t>26-03-2025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F4FAB303-B456-EA21-16D5-150D2526C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79A10855-7CA5-8DF5-7E52-A0A4790B3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A847B-AD0F-44D9-B519-2C1D7BBF5AF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739373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31800DFE-93A1-A5EB-1F03-A8771DAEE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BECE0000-FCA4-BFDA-DFE5-71337544D7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DD6DF945-45B5-40C8-3D9E-11F46E8CCD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44F5EEB6-C564-BA56-798D-93A9AECE4D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A361D5CF-61FA-D5BF-6868-5423212FF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2477A-14B6-4B4B-883D-1EF9364D30DA}" type="datetime1">
              <a:rPr lang="da-DK" smtClean="0"/>
              <a:t>26-03-2025</a:t>
            </a:fld>
            <a:endParaRPr lang="da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001474EF-1A60-0724-EE20-E82874D53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2A9198F6-E1C4-FA38-924E-57E1B4802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A847B-AD0F-44D9-B519-2C1D7BBF5AF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337131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ECC00504-C2B2-FE14-4DAA-B74404D0D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82C76-B38D-4A30-9E29-562177F9BF7C}" type="datetime1">
              <a:rPr lang="da-DK" smtClean="0"/>
              <a:t>26-03-2025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52CAC9F3-1514-D02B-873E-0E62EF9A9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719B5D1B-C74F-3BEB-1F5F-A1B0C6A7F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A847B-AD0F-44D9-B519-2C1D7BBF5AF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7320906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30754AB2-C576-FDE3-0439-3510AAF40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7C259-8477-4D24-9460-F45FCF4EAB45}" type="datetime1">
              <a:rPr lang="da-DK" smtClean="0"/>
              <a:t>26-03-2025</a:t>
            </a:fld>
            <a:endParaRPr lang="da-DK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C6AEB96A-4D0F-8941-6979-1DABB4CE3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C08DA094-A9A5-82EC-D831-F3B2CEECF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A847B-AD0F-44D9-B519-2C1D7BBF5AF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239179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08E7674C-72B6-B146-3306-F278A4D97E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29660F7F-A505-FDF8-BCEA-20D24140C8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068A5CA1-C49E-E356-96F4-FD36422E3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9D79C-D65E-498D-A4D6-BE31AB2A48E4}" type="datetime1">
              <a:rPr lang="da-DK" smtClean="0"/>
              <a:t>26-03-2025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CBB8A5CC-480D-41DC-75B6-AD57ADDFD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DC207EC8-CC6C-E5C7-554E-431B21453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A847B-AD0F-44D9-B519-2C1D7BBF5AF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220833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CA0A4F8C-BA22-E800-CF52-B7D7C0D121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1E99D279-CE88-B9E8-D79F-1CA6A3EF1A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991D5128-A88E-6FB6-5CA0-5741C630F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1EB9F-7920-4F90-A8FA-2CFE4B84A29A}" type="datetime1">
              <a:rPr lang="da-DK" smtClean="0"/>
              <a:t>26-03-2025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54A0B24F-3F06-4E23-C8C9-6B7BCF708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7574B33C-8A02-F76C-7C04-88F366B75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A847B-AD0F-44D9-B519-2C1D7BBF5AF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593690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0236E877-CC6C-0081-B702-043962FD9C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5FFCE98C-2305-B966-D67D-76BB13D17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5B677-E08A-4F92-A510-7764EACC3941}" type="datetime1">
              <a:rPr lang="da-DK" smtClean="0"/>
              <a:t>26-03-2025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29F8303-E0E4-E80B-675A-FA99BF191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3F35661A-CDB5-AE3B-8337-91E5D3A58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A847B-AD0F-44D9-B519-2C1D7BBF5AF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96321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7BBE6F25-4531-8FF9-0A1D-7311B53AE7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95A977C1-6439-A295-7191-39FC79B8E9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6DABCC94-6DEE-2CFC-C079-2E73440A4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85930-6D1E-4CC5-911E-810A9D90F2AE}" type="datetime1">
              <a:rPr lang="da-DK" smtClean="0"/>
              <a:t>26-03-2025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AEBAF759-86F1-E45F-768F-35926C776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B8BDBE29-1209-E68B-5C01-B082EE6A5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A847B-AD0F-44D9-B519-2C1D7BBF5AF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4859201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2A69E3-F4A1-97A9-9E72-620798D34F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5408FC72-EB18-71CE-7BEC-80063DB81D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6939582C-2817-F091-88F5-9F234D4FA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6E312-AC8A-43EB-8E65-FE530A1728E5}" type="datetime1">
              <a:rPr lang="da-DK" smtClean="0"/>
              <a:t>26-03-2025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EA40E1F1-65E6-C1A5-AFCF-856FFC47C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31720735-1FB6-D1FA-54C6-2B5D57744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A847B-AD0F-44D9-B519-2C1D7BBF5AF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784300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B8FE51C6-F01D-F0C7-8CB1-8284A950CE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BBFCE9F1-3633-3490-0484-67B05E02C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3C34C-8D08-4E10-BD89-715620E2F764}" type="datetime1">
              <a:rPr lang="da-DK" smtClean="0"/>
              <a:t>26-03-2025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E98D472A-3FB5-805D-0926-101DE9622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09F4BA22-2676-862E-60BA-0D5DEE487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A847B-AD0F-44D9-B519-2C1D7BBF5AF4}" type="slidenum">
              <a:rPr lang="da-DK" smtClean="0"/>
              <a:t>‹#›</a:t>
            </a:fld>
            <a:endParaRPr lang="da-DK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F313D5F-19F1-C472-DC2B-2428FA7D6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</p:spTree>
    <p:extLst>
      <p:ext uri="{BB962C8B-B14F-4D97-AF65-F5344CB8AC3E}">
        <p14:creationId xmlns:p14="http://schemas.microsoft.com/office/powerpoint/2010/main" val="386272446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38262E-1EF4-4355-554C-704296FB3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41FEEBF3-DCFA-05AE-F34C-6AEAA0939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C3FB8742-6DA4-4080-AB8B-661499890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1902E-5F93-4701-9E50-8B96C0344961}" type="datetime1">
              <a:rPr lang="da-DK" smtClean="0"/>
              <a:t>26-03-2025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81E6BD8F-17BD-E279-A93D-F4B2A4FD1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0851248B-6B2F-6F02-9C91-2B161696A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A847B-AD0F-44D9-B519-2C1D7BBF5AF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4758772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DAF605-D6F9-AC12-499C-1D9BEF260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AEE36139-4594-D9CC-0454-0BAAFE70CD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DEC6BF94-F4FE-B119-CC4C-DA3E42FFAC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6B8DD4FE-A093-B78A-28C8-839CFA9B2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DC7C3-9E22-4AA3-8F6A-5519B3D031B5}" type="datetime1">
              <a:rPr lang="da-DK" smtClean="0"/>
              <a:t>26-03-2025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F4FAB303-B456-EA21-16D5-150D2526C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79A10855-7CA5-8DF5-7E52-A0A4790B3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A847B-AD0F-44D9-B519-2C1D7BBF5AF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1112512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E42CF18-C29F-6297-5C8D-7DF2B2DEB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00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31800DFE-93A1-A5EB-1F03-A8771DAEE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BECE0000-FCA4-BFDA-DFE5-71337544D7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DD6DF945-45B5-40C8-3D9E-11F46E8CCD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44F5EEB6-C564-BA56-798D-93A9AECE4D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A361D5CF-61FA-D5BF-6868-5423212FF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2477A-14B6-4B4B-883D-1EF9364D30DA}" type="datetime1">
              <a:rPr lang="da-DK" smtClean="0"/>
              <a:t>26-03-2025</a:t>
            </a:fld>
            <a:endParaRPr lang="da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001474EF-1A60-0724-EE20-E82874D53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2A9198F6-E1C4-FA38-924E-57E1B4802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A847B-AD0F-44D9-B519-2C1D7BBF5AF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7708390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1F091B-ABF3-D737-FB4C-D01D82A26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ECC00504-C2B2-FE14-4DAA-B74404D0D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82C76-B38D-4A30-9E29-562177F9BF7C}" type="datetime1">
              <a:rPr lang="da-DK" smtClean="0"/>
              <a:t>26-03-2025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52CAC9F3-1514-D02B-873E-0E62EF9A9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719B5D1B-C74F-3BEB-1F5F-A1B0C6A7F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A847B-AD0F-44D9-B519-2C1D7BBF5AF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457706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30754AB2-C576-FDE3-0439-3510AAF40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7C259-8477-4D24-9460-F45FCF4EAB45}" type="datetime1">
              <a:rPr lang="da-DK" smtClean="0"/>
              <a:t>26-03-2025</a:t>
            </a:fld>
            <a:endParaRPr lang="da-DK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C6AEB96A-4D0F-8941-6979-1DABB4CE3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C08DA094-A9A5-82EC-D831-F3B2CEECF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A847B-AD0F-44D9-B519-2C1D7BBF5AF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5347137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59EAB8-E437-F1AE-D302-BDC2931DE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1" y="862236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08E7674C-72B6-B146-3306-F278A4D97E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29660F7F-A505-FDF8-BCEA-20D24140C8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6612" y="2885883"/>
            <a:ext cx="3932237" cy="289508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068A5CA1-C49E-E356-96F4-FD36422E3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9D79C-D65E-498D-A4D6-BE31AB2A48E4}" type="datetime1">
              <a:rPr lang="da-DK" smtClean="0"/>
              <a:t>26-03-2025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CBB8A5CC-480D-41DC-75B6-AD57ADDFD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DC207EC8-CC6C-E5C7-554E-431B21453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A847B-AD0F-44D9-B519-2C1D7BBF5AF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4152354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712D3D-D522-F710-2E05-7F2351DE6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2" y="868734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CA0A4F8C-BA22-E800-CF52-B7D7C0D121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1E99D279-CE88-B9E8-D79F-1CA6A3EF1A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6612" y="2716584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991D5128-A88E-6FB6-5CA0-5741C630F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1EB9F-7920-4F90-A8FA-2CFE4B84A29A}" type="datetime1">
              <a:rPr lang="da-DK" smtClean="0"/>
              <a:t>26-03-2025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54A0B24F-3F06-4E23-C8C9-6B7BCF708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7574B33C-8A02-F76C-7C04-88F366B75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A847B-AD0F-44D9-B519-2C1D7BBF5AF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1099430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F9E085-9036-AD33-7A02-C0DF03C23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0236E877-CC6C-0081-B702-043962FD9C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5FFCE98C-2305-B966-D67D-76BB13D17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5B677-E08A-4F92-A510-7764EACC3941}" type="datetime1">
              <a:rPr lang="da-DK" smtClean="0"/>
              <a:t>26-03-2025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29F8303-E0E4-E80B-675A-FA99BF191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3F35661A-CDB5-AE3B-8337-91E5D3A58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A847B-AD0F-44D9-B519-2C1D7BBF5AF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0176284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7BBE6F25-4531-8FF9-0A1D-7311B53AE7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95A977C1-6439-A295-7191-39FC79B8E9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6DABCC94-6DEE-2CFC-C079-2E73440A4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85930-6D1E-4CC5-911E-810A9D90F2AE}" type="datetime1">
              <a:rPr lang="da-DK" smtClean="0"/>
              <a:t>26-03-2025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AEBAF759-86F1-E45F-768F-35926C776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B8BDBE29-1209-E68B-5C01-B082EE6A5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A847B-AD0F-44D9-B519-2C1D7BBF5AF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23911517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2A69E3-F4A1-97A9-9E72-620798D34F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5408FC72-EB18-71CE-7BEC-80063DB81D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6939582C-2817-F091-88F5-9F234D4FA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6E312-AC8A-43EB-8E65-FE530A1728E5}" type="datetime1">
              <a:rPr lang="da-DK" smtClean="0"/>
              <a:t>26-03-2025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EA40E1F1-65E6-C1A5-AFCF-856FFC47C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31720735-1FB6-D1FA-54C6-2B5D57744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A847B-AD0F-44D9-B519-2C1D7BBF5AF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0748835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313D5F-19F1-C472-DC2B-2428FA7D6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B8FE51C6-F01D-F0C7-8CB1-8284A950CE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BBFCE9F1-3633-3490-0484-67B05E02C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3C34C-8D08-4E10-BD89-715620E2F764}" type="datetime1">
              <a:rPr lang="da-DK" smtClean="0"/>
              <a:t>26-03-2025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E98D472A-3FB5-805D-0926-101DE9622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09F4BA22-2676-862E-60BA-0D5DEE487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A847B-AD0F-44D9-B519-2C1D7BBF5AF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848149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38262E-1EF4-4355-554C-704296FB3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41FEEBF3-DCFA-05AE-F34C-6AEAA0939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C3FB8742-6DA4-4080-AB8B-661499890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1902E-5F93-4701-9E50-8B96C0344961}" type="datetime1">
              <a:rPr lang="da-DK" smtClean="0"/>
              <a:t>26-03-2025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81E6BD8F-17BD-E279-A93D-F4B2A4FD1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0851248B-6B2F-6F02-9C91-2B161696A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A847B-AD0F-44D9-B519-2C1D7BBF5AF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495022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DAF605-D6F9-AC12-499C-1D9BEF260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AEE36139-4594-D9CC-0454-0BAAFE70CD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DEC6BF94-F4FE-B119-CC4C-DA3E42FFAC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6B8DD4FE-A093-B78A-28C8-839CFA9B2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DC7C3-9E22-4AA3-8F6A-5519B3D031B5}" type="datetime1">
              <a:rPr lang="da-DK" smtClean="0"/>
              <a:t>26-03-2025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F4FAB303-B456-EA21-16D5-150D2526C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79A10855-7CA5-8DF5-7E52-A0A4790B3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A847B-AD0F-44D9-B519-2C1D7BBF5AF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082675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E42CF18-C29F-6297-5C8D-7DF2B2DEB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00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31800DFE-93A1-A5EB-1F03-A8771DAEE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BECE0000-FCA4-BFDA-DFE5-71337544D7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DD6DF945-45B5-40C8-3D9E-11F46E8CCD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44F5EEB6-C564-BA56-798D-93A9AECE4D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A361D5CF-61FA-D5BF-6868-5423212FF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2477A-14B6-4B4B-883D-1EF9364D30DA}" type="datetime1">
              <a:rPr lang="da-DK" smtClean="0"/>
              <a:t>26-03-2025</a:t>
            </a:fld>
            <a:endParaRPr lang="da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001474EF-1A60-0724-EE20-E82874D53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2A9198F6-E1C4-FA38-924E-57E1B4802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A847B-AD0F-44D9-B519-2C1D7BBF5AF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7307186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1F091B-ABF3-D737-FB4C-D01D82A26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ECC00504-C2B2-FE14-4DAA-B74404D0D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82C76-B38D-4A30-9E29-562177F9BF7C}" type="datetime1">
              <a:rPr lang="da-DK" smtClean="0"/>
              <a:t>26-03-2025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52CAC9F3-1514-D02B-873E-0E62EF9A9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719B5D1B-C74F-3BEB-1F5F-A1B0C6A7F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A847B-AD0F-44D9-B519-2C1D7BBF5AF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7353884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30754AB2-C576-FDE3-0439-3510AAF40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7C259-8477-4D24-9460-F45FCF4EAB45}" type="datetime1">
              <a:rPr lang="da-DK" smtClean="0"/>
              <a:t>26-03-2025</a:t>
            </a:fld>
            <a:endParaRPr lang="da-DK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C6AEB96A-4D0F-8941-6979-1DABB4CE3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C08DA094-A9A5-82EC-D831-F3B2CEECF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A847B-AD0F-44D9-B519-2C1D7BBF5AF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5400264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59EAB8-E437-F1AE-D302-BDC2931DE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08E7674C-72B6-B146-3306-F278A4D97E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29660F7F-A505-FDF8-BCEA-20D24140C8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068A5CA1-C49E-E356-96F4-FD36422E3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9D79C-D65E-498D-A4D6-BE31AB2A48E4}" type="datetime1">
              <a:rPr lang="da-DK" smtClean="0"/>
              <a:t>26-03-2025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CBB8A5CC-480D-41DC-75B6-AD57ADDFD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DC207EC8-CC6C-E5C7-554E-431B21453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A847B-AD0F-44D9-B519-2C1D7BBF5AF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2082344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712D3D-D522-F710-2E05-7F2351DE6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CA0A4F8C-BA22-E800-CF52-B7D7C0D121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1E99D279-CE88-B9E8-D79F-1CA6A3EF1A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991D5128-A88E-6FB6-5CA0-5741C630F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1EB9F-7920-4F90-A8FA-2CFE4B84A29A}" type="datetime1">
              <a:rPr lang="da-DK" smtClean="0"/>
              <a:t>26-03-2025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54A0B24F-3F06-4E23-C8C9-6B7BCF708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7574B33C-8A02-F76C-7C04-88F366B75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A847B-AD0F-44D9-B519-2C1D7BBF5AF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8385543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F9E085-9036-AD33-7A02-C0DF03C23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0236E877-CC6C-0081-B702-043962FD9C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5FFCE98C-2305-B966-D67D-76BB13D17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5B677-E08A-4F92-A510-7764EACC3941}" type="datetime1">
              <a:rPr lang="da-DK" smtClean="0"/>
              <a:t>26-03-2025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29F8303-E0E4-E80B-675A-FA99BF191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3F35661A-CDB5-AE3B-8337-91E5D3A58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A847B-AD0F-44D9-B519-2C1D7BBF5AF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7158251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7BBE6F25-4531-8FF9-0A1D-7311B53AE7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95A977C1-6439-A295-7191-39FC79B8E9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6DABCC94-6DEE-2CFC-C079-2E73440A4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85930-6D1E-4CC5-911E-810A9D90F2AE}" type="datetime1">
              <a:rPr lang="da-DK" smtClean="0"/>
              <a:t>26-03-2025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AEBAF759-86F1-E45F-768F-35926C776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B8BDBE29-1209-E68B-5C01-B082EE6A5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A847B-AD0F-44D9-B519-2C1D7BBF5AF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7391081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2A69E3-F4A1-97A9-9E72-620798D34F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5408FC72-EB18-71CE-7BEC-80063DB81D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6939582C-2817-F091-88F5-9F234D4FA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6E312-AC8A-43EB-8E65-FE530A1728E5}" type="datetime1">
              <a:rPr lang="da-DK" smtClean="0"/>
              <a:t>26-03-2025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EA40E1F1-65E6-C1A5-AFCF-856FFC47C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31720735-1FB6-D1FA-54C6-2B5D57744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A847B-AD0F-44D9-B519-2C1D7BBF5AF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29118876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B8FE51C6-F01D-F0C7-8CB1-8284A950CE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BBFCE9F1-3633-3490-0484-67B05E02C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3C34C-8D08-4E10-BD89-715620E2F764}" type="datetime1">
              <a:rPr lang="da-DK" smtClean="0"/>
              <a:t>26-03-2025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E98D472A-3FB5-805D-0926-101DE9622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09F4BA22-2676-862E-60BA-0D5DEE487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A847B-AD0F-44D9-B519-2C1D7BBF5AF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5462472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38262E-1EF4-4355-554C-704296FB3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41FEEBF3-DCFA-05AE-F34C-6AEAA0939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C3FB8742-6DA4-4080-AB8B-661499890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1902E-5F93-4701-9E50-8B96C0344961}" type="datetime1">
              <a:rPr lang="da-DK" smtClean="0"/>
              <a:t>26-03-2025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81E6BD8F-17BD-E279-A93D-F4B2A4FD1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0851248B-6B2F-6F02-9C91-2B161696A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A847B-AD0F-44D9-B519-2C1D7BBF5AF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0638365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AEE36139-4594-D9CC-0454-0BAAFE70CD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DEC6BF94-F4FE-B119-CC4C-DA3E42FFAC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6B8DD4FE-A093-B78A-28C8-839CFA9B2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DC7C3-9E22-4AA3-8F6A-5519B3D031B5}" type="datetime1">
              <a:rPr lang="da-DK" smtClean="0"/>
              <a:t>26-03-2025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F4FAB303-B456-EA21-16D5-150D2526C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79A10855-7CA5-8DF5-7E52-A0A4790B3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A847B-AD0F-44D9-B519-2C1D7BBF5AF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0241397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31800DFE-93A1-A5EB-1F03-A8771DAEE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BECE0000-FCA4-BFDA-DFE5-71337544D7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DD6DF945-45B5-40C8-3D9E-11F46E8CCD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44F5EEB6-C564-BA56-798D-93A9AECE4D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A361D5CF-61FA-D5BF-6868-5423212FF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2477A-14B6-4B4B-883D-1EF9364D30DA}" type="datetime1">
              <a:rPr lang="da-DK" smtClean="0"/>
              <a:t>26-03-2025</a:t>
            </a:fld>
            <a:endParaRPr lang="da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001474EF-1A60-0724-EE20-E82874D53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2A9198F6-E1C4-FA38-924E-57E1B4802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A847B-AD0F-44D9-B519-2C1D7BBF5AF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6993321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ECC00504-C2B2-FE14-4DAA-B74404D0D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82C76-B38D-4A30-9E29-562177F9BF7C}" type="datetime1">
              <a:rPr lang="da-DK" smtClean="0"/>
              <a:t>26-03-2025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52CAC9F3-1514-D02B-873E-0E62EF9A9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719B5D1B-C74F-3BEB-1F5F-A1B0C6A7F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A847B-AD0F-44D9-B519-2C1D7BBF5AF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9205024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30754AB2-C576-FDE3-0439-3510AAF40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7C259-8477-4D24-9460-F45FCF4EAB45}" type="datetime1">
              <a:rPr lang="da-DK" smtClean="0"/>
              <a:t>26-03-2025</a:t>
            </a:fld>
            <a:endParaRPr lang="da-DK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C6AEB96A-4D0F-8941-6979-1DABB4CE3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C08DA094-A9A5-82EC-D831-F3B2CEECF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A847B-AD0F-44D9-B519-2C1D7BBF5AF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9004956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08E7674C-72B6-B146-3306-F278A4D97E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29660F7F-A505-FDF8-BCEA-20D24140C8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068A5CA1-C49E-E356-96F4-FD36422E3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9D79C-D65E-498D-A4D6-BE31AB2A48E4}" type="datetime1">
              <a:rPr lang="da-DK" smtClean="0"/>
              <a:t>26-03-2025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CBB8A5CC-480D-41DC-75B6-AD57ADDFD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DC207EC8-CC6C-E5C7-554E-431B21453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A847B-AD0F-44D9-B519-2C1D7BBF5AF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2316296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CA0A4F8C-BA22-E800-CF52-B7D7C0D121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1E99D279-CE88-B9E8-D79F-1CA6A3EF1A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991D5128-A88E-6FB6-5CA0-5741C630F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1EB9F-7920-4F90-A8FA-2CFE4B84A29A}" type="datetime1">
              <a:rPr lang="da-DK" smtClean="0"/>
              <a:t>26-03-2025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54A0B24F-3F06-4E23-C8C9-6B7BCF708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7574B33C-8A02-F76C-7C04-88F366B75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A847B-AD0F-44D9-B519-2C1D7BBF5AF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29920043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0236E877-CC6C-0081-B702-043962FD9C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5FFCE98C-2305-B966-D67D-76BB13D17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5B677-E08A-4F92-A510-7764EACC3941}" type="datetime1">
              <a:rPr lang="da-DK" smtClean="0"/>
              <a:t>26-03-2025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29F8303-E0E4-E80B-675A-FA99BF191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3F35661A-CDB5-AE3B-8337-91E5D3A58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A847B-AD0F-44D9-B519-2C1D7BBF5AF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9777890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7BBE6F25-4531-8FF9-0A1D-7311B53AE7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95A977C1-6439-A295-7191-39FC79B8E9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6DABCC94-6DEE-2CFC-C079-2E73440A4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85930-6D1E-4CC5-911E-810A9D90F2AE}" type="datetime1">
              <a:rPr lang="da-DK" smtClean="0"/>
              <a:t>26-03-2025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AEBAF759-86F1-E45F-768F-35926C776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B8BDBE29-1209-E68B-5C01-B082EE6A5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A847B-AD0F-44D9-B519-2C1D7BBF5AF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73025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4.jpe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5.jpe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2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image" Target="../media/image6.png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Relationship Id="rId14" Type="http://schemas.openxmlformats.org/officeDocument/2006/relationships/image" Target="../media/image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ack rectangular object with white text&#10;&#10;Description automatically generated">
            <a:extLst>
              <a:ext uri="{FF2B5EF4-FFF2-40B4-BE49-F238E27FC236}">
                <a16:creationId xmlns:a16="http://schemas.microsoft.com/office/drawing/2014/main" id="{FDF6B96B-53FC-0C93-160D-FC6351AC3395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14011122-941C-35C2-440D-1DC386BFB4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1A12DCB2-2944-1C6F-F81B-E176966F68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7E8084-5E08-4B60-8C65-20D8C61DDB42}" type="datetime1">
              <a:rPr lang="da-DK" smtClean="0"/>
              <a:t>26-03-2025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9970F107-C2D3-81F0-F09F-A3298BE0DE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BB1DFD99-BE02-3DF9-1A6C-1EBCC4BBCC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1A847B-AD0F-44D9-B519-2C1D7BBF5AF4}" type="slidenum">
              <a:rPr lang="da-DK" smtClean="0"/>
              <a:t>‹#›</a:t>
            </a:fld>
            <a:endParaRPr lang="da-DK"/>
          </a:p>
        </p:txBody>
      </p:sp>
      <p:pic>
        <p:nvPicPr>
          <p:cNvPr id="10" name="Picture 9" descr="A white logo with a black background&#10;&#10;Description automatically generated">
            <a:extLst>
              <a:ext uri="{FF2B5EF4-FFF2-40B4-BE49-F238E27FC236}">
                <a16:creationId xmlns:a16="http://schemas.microsoft.com/office/drawing/2014/main" id="{24C1851D-A2A9-AC16-7780-91EDA924A492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3905" y="101470"/>
            <a:ext cx="1357025" cy="814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129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grey surface&#10;&#10;Description automatically generated">
            <a:extLst>
              <a:ext uri="{FF2B5EF4-FFF2-40B4-BE49-F238E27FC236}">
                <a16:creationId xmlns:a16="http://schemas.microsoft.com/office/drawing/2014/main" id="{C2793E57-3618-ACF1-D00F-33FB8A7EBAFC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14011122-941C-35C2-440D-1DC386BFB4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1A12DCB2-2944-1C6F-F81B-E176966F68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7E8084-5E08-4B60-8C65-20D8C61DDB42}" type="datetime1">
              <a:rPr lang="da-DK" smtClean="0"/>
              <a:t>26-03-2025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9970F107-C2D3-81F0-F09F-A3298BE0DE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BB1DFD99-BE02-3DF9-1A6C-1EBCC4BBCC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1A847B-AD0F-44D9-B519-2C1D7BBF5AF4}" type="slidenum">
              <a:rPr lang="da-DK" smtClean="0"/>
              <a:t>‹#›</a:t>
            </a:fld>
            <a:endParaRPr lang="da-DK"/>
          </a:p>
        </p:txBody>
      </p:sp>
      <p:pic>
        <p:nvPicPr>
          <p:cNvPr id="10" name="Picture 9" descr="A white logo with a black background&#10;&#10;Description automatically generated">
            <a:extLst>
              <a:ext uri="{FF2B5EF4-FFF2-40B4-BE49-F238E27FC236}">
                <a16:creationId xmlns:a16="http://schemas.microsoft.com/office/drawing/2014/main" id="{193026CF-1864-8B0B-99D3-2924B9EC267C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3905" y="101470"/>
            <a:ext cx="1357025" cy="814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958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grey rectangular object with black text&#10;&#10;Description automatically generated">
            <a:extLst>
              <a:ext uri="{FF2B5EF4-FFF2-40B4-BE49-F238E27FC236}">
                <a16:creationId xmlns:a16="http://schemas.microsoft.com/office/drawing/2014/main" id="{1754AABE-B3EE-3831-45CD-C02D7A3BF990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1564C9C3-F18D-75AB-A5FD-0B2C4D003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00"/>
            <a:ext cx="10515600" cy="10893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da-DK"/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14011122-941C-35C2-440D-1DC386BFB4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1A12DCB2-2944-1C6F-F81B-E176966F68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7E8084-5E08-4B60-8C65-20D8C61DDB42}" type="datetime1">
              <a:rPr lang="da-DK" smtClean="0"/>
              <a:t>26-03-2025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9970F107-C2D3-81F0-F09F-A3298BE0DE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BB1DFD99-BE02-3DF9-1A6C-1EBCC4BBCC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1A847B-AD0F-44D9-B519-2C1D7BBF5AF4}" type="slidenum">
              <a:rPr lang="da-DK" smtClean="0"/>
              <a:t>‹#›</a:t>
            </a:fld>
            <a:endParaRPr lang="da-DK"/>
          </a:p>
        </p:txBody>
      </p:sp>
      <p:pic>
        <p:nvPicPr>
          <p:cNvPr id="13" name="Picture 12" descr="A white logo with a black background&#10;&#10;Description automatically generated">
            <a:extLst>
              <a:ext uri="{FF2B5EF4-FFF2-40B4-BE49-F238E27FC236}">
                <a16:creationId xmlns:a16="http://schemas.microsoft.com/office/drawing/2014/main" id="{946055AF-3C8E-650C-1C15-E1E602FFF4E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3905" y="101470"/>
            <a:ext cx="1357025" cy="814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607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rectangular object with black border&#10;&#10;Description automatically generated">
            <a:extLst>
              <a:ext uri="{FF2B5EF4-FFF2-40B4-BE49-F238E27FC236}">
                <a16:creationId xmlns:a16="http://schemas.microsoft.com/office/drawing/2014/main" id="{48440D8D-B580-4061-6175-DB842D193D20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1564C9C3-F18D-75AB-A5FD-0B2C4D003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770"/>
            <a:ext cx="10515600" cy="10893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da-DK"/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14011122-941C-35C2-440D-1DC386BFB4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1A12DCB2-2944-1C6F-F81B-E176966F68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7E8084-5E08-4B60-8C65-20D8C61DDB42}" type="datetime1">
              <a:rPr lang="da-DK" smtClean="0"/>
              <a:t>26-03-2025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9970F107-C2D3-81F0-F09F-A3298BE0DE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BB1DFD99-BE02-3DF9-1A6C-1EBCC4BBCC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1A847B-AD0F-44D9-B519-2C1D7BBF5AF4}" type="slidenum">
              <a:rPr lang="da-DK" smtClean="0"/>
              <a:t>‹#›</a:t>
            </a:fld>
            <a:endParaRPr lang="da-DK"/>
          </a:p>
        </p:txBody>
      </p:sp>
      <p:pic>
        <p:nvPicPr>
          <p:cNvPr id="7" name="Picture 6" descr="A white logo with a black background&#10;&#10;Description automatically generated">
            <a:extLst>
              <a:ext uri="{FF2B5EF4-FFF2-40B4-BE49-F238E27FC236}">
                <a16:creationId xmlns:a16="http://schemas.microsoft.com/office/drawing/2014/main" id="{0B4930DE-C8A3-A8D4-FF95-CACC525DB57C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3905" y="101470"/>
            <a:ext cx="1357025" cy="814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719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white background with black and red lines&#10;&#10;Description automatically generated with medium confidence">
            <a:extLst>
              <a:ext uri="{FF2B5EF4-FFF2-40B4-BE49-F238E27FC236}">
                <a16:creationId xmlns:a16="http://schemas.microsoft.com/office/drawing/2014/main" id="{D546D4E2-784D-248E-8E13-FD50E8F537D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14011122-941C-35C2-440D-1DC386BFB4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1A12DCB2-2944-1C6F-F81B-E176966F68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7E8084-5E08-4B60-8C65-20D8C61DDB42}" type="datetime1">
              <a:rPr lang="da-DK" smtClean="0"/>
              <a:t>26-03-2025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9970F107-C2D3-81F0-F09F-A3298BE0DE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BB1DFD99-BE02-3DF9-1A6C-1EBCC4BBCC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1A847B-AD0F-44D9-B519-2C1D7BBF5AF4}" type="slidenum">
              <a:rPr lang="da-DK" smtClean="0"/>
              <a:t>‹#›</a:t>
            </a:fld>
            <a:endParaRPr lang="da-DK"/>
          </a:p>
        </p:txBody>
      </p:sp>
      <p:pic>
        <p:nvPicPr>
          <p:cNvPr id="8" name="Picture 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E4C89EC-8CAC-0C54-E9D6-63C522E52ED3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4400" y="100800"/>
            <a:ext cx="1356000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492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entra.microsoft.com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4AF3C71-FE9A-60B9-089A-D00FED248E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13571"/>
            <a:ext cx="9144000" cy="2387600"/>
          </a:xfrm>
        </p:spPr>
        <p:txBody>
          <a:bodyPr/>
          <a:lstStyle/>
          <a:p>
            <a:r>
              <a:rPr lang="da-DK" sz="4000" dirty="0"/>
              <a:t>Global Secure Access</a:t>
            </a:r>
            <a:br>
              <a:rPr lang="da-DK" sz="4000" dirty="0"/>
            </a:br>
            <a:r>
              <a:rPr lang="da-DK" sz="4000" dirty="0"/>
              <a:t>Quick Demo</a:t>
            </a:r>
            <a:endParaRPr lang="da-DK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E14D5F9-920C-F6DD-DA61-C473F7440E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4033837"/>
            <a:ext cx="9144000" cy="2135049"/>
          </a:xfrm>
        </p:spPr>
        <p:txBody>
          <a:bodyPr>
            <a:normAutofit/>
          </a:bodyPr>
          <a:lstStyle/>
          <a:p>
            <a:pPr algn="ctr"/>
            <a:endParaRPr lang="da-DK" dirty="0"/>
          </a:p>
          <a:p>
            <a:pPr algn="ctr"/>
            <a:r>
              <a:rPr lang="da-DK" sz="2800" dirty="0" err="1"/>
              <a:t>Azure</a:t>
            </a:r>
            <a:r>
              <a:rPr lang="da-DK" sz="2800" dirty="0"/>
              <a:t> Insiders</a:t>
            </a:r>
          </a:p>
          <a:p>
            <a:pPr algn="ctr"/>
            <a:endParaRPr lang="da-DK" dirty="0"/>
          </a:p>
          <a:p>
            <a:pPr algn="ctr"/>
            <a:r>
              <a:rPr lang="da-DK" dirty="0"/>
              <a:t>27. marts 2025</a:t>
            </a:r>
          </a:p>
          <a:p>
            <a:pPr algn="ctr"/>
            <a:endParaRPr lang="da-DK" dirty="0"/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378120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3E09A2C-1C21-2598-FCF1-5B6150E3A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  <a:endParaRPr lang="da-DK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444B7E2-0BE8-6AAD-93EA-E8D8CB205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a-DK" dirty="0" err="1"/>
              <a:t>What</a:t>
            </a:r>
            <a:r>
              <a:rPr lang="da-DK" dirty="0"/>
              <a:t> is Global Secure Access</a:t>
            </a:r>
          </a:p>
          <a:p>
            <a:r>
              <a:rPr lang="da-DK" dirty="0" err="1"/>
              <a:t>Pros</a:t>
            </a:r>
            <a:endParaRPr lang="da-DK" dirty="0"/>
          </a:p>
          <a:p>
            <a:r>
              <a:rPr lang="da-DK" dirty="0"/>
              <a:t>Cons</a:t>
            </a:r>
          </a:p>
          <a:p>
            <a:r>
              <a:rPr lang="da-DK" dirty="0"/>
              <a:t>Demo </a:t>
            </a:r>
            <a:r>
              <a:rPr lang="da-DK" dirty="0" err="1"/>
              <a:t>infrastucture</a:t>
            </a:r>
            <a:endParaRPr lang="da-DK" dirty="0"/>
          </a:p>
          <a:p>
            <a:r>
              <a:rPr lang="da-DK" dirty="0"/>
              <a:t>Demo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2711118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7B214-F818-B0F7-D3C6-8951301FD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C88D236-B997-CC4D-B8CF-8FE04E029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Global Secure Access</a:t>
            </a:r>
            <a:endParaRPr lang="da-DK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35661E3-0645-6A70-5AF9-576D74E8D6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916" y="1825625"/>
            <a:ext cx="11035745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a-DK" dirty="0"/>
              <a:t>Cloud </a:t>
            </a:r>
            <a:r>
              <a:rPr lang="da-DK" dirty="0" err="1"/>
              <a:t>Based</a:t>
            </a:r>
            <a:r>
              <a:rPr lang="da-DK" dirty="0"/>
              <a:t> Security Service Edge (SSE) </a:t>
            </a:r>
            <a:r>
              <a:rPr lang="da-DK" dirty="0" err="1"/>
              <a:t>designed</a:t>
            </a:r>
            <a:r>
              <a:rPr lang="da-DK" dirty="0"/>
              <a:t> to </a:t>
            </a:r>
            <a:r>
              <a:rPr lang="da-DK" dirty="0" err="1"/>
              <a:t>secure</a:t>
            </a:r>
            <a:r>
              <a:rPr lang="da-DK" dirty="0"/>
              <a:t> </a:t>
            </a:r>
            <a:r>
              <a:rPr lang="da-DK" dirty="0" err="1"/>
              <a:t>access</a:t>
            </a:r>
            <a:r>
              <a:rPr lang="da-DK" dirty="0"/>
              <a:t> to Internet Resources and Private Applications</a:t>
            </a:r>
          </a:p>
          <a:p>
            <a:pPr lvl="1"/>
            <a:r>
              <a:rPr lang="da-DK" dirty="0"/>
              <a:t>Microsoft Entra Internet Access (Secure Web Gateway)</a:t>
            </a:r>
          </a:p>
          <a:p>
            <a:pPr lvl="1"/>
            <a:r>
              <a:rPr lang="da-DK" dirty="0"/>
              <a:t>Microsoft Entra Private Access (</a:t>
            </a:r>
            <a:r>
              <a:rPr lang="da-DK" dirty="0" err="1"/>
              <a:t>focus</a:t>
            </a:r>
            <a:r>
              <a:rPr lang="da-DK" dirty="0"/>
              <a:t> for </a:t>
            </a:r>
            <a:r>
              <a:rPr lang="da-DK" dirty="0" err="1"/>
              <a:t>today</a:t>
            </a:r>
            <a:r>
              <a:rPr lang="da-DK" dirty="0"/>
              <a:t>)</a:t>
            </a:r>
          </a:p>
          <a:p>
            <a:pPr lvl="1"/>
            <a:r>
              <a:rPr lang="da-DK" dirty="0"/>
              <a:t>Zero Trust Network Access (ZTNA)</a:t>
            </a:r>
          </a:p>
          <a:p>
            <a:pPr lvl="2"/>
            <a:r>
              <a:rPr lang="da-DK" dirty="0"/>
              <a:t>No user, </a:t>
            </a:r>
            <a:r>
              <a:rPr lang="da-DK" dirty="0" err="1"/>
              <a:t>device</a:t>
            </a:r>
            <a:r>
              <a:rPr lang="da-DK" dirty="0"/>
              <a:t> or </a:t>
            </a:r>
            <a:r>
              <a:rPr lang="da-DK" dirty="0" err="1"/>
              <a:t>network</a:t>
            </a:r>
            <a:r>
              <a:rPr lang="da-DK" dirty="0"/>
              <a:t> is </a:t>
            </a:r>
            <a:r>
              <a:rPr lang="da-DK" dirty="0" err="1"/>
              <a:t>trustworthy</a:t>
            </a:r>
            <a:r>
              <a:rPr lang="da-DK" dirty="0"/>
              <a:t> -&gt; </a:t>
            </a:r>
            <a:r>
              <a:rPr lang="da-DK" dirty="0" err="1"/>
              <a:t>verification</a:t>
            </a:r>
            <a:r>
              <a:rPr lang="da-DK" dirty="0"/>
              <a:t> for </a:t>
            </a:r>
            <a:r>
              <a:rPr lang="da-DK" dirty="0" err="1"/>
              <a:t>every</a:t>
            </a:r>
            <a:r>
              <a:rPr lang="da-DK" dirty="0"/>
              <a:t> </a:t>
            </a:r>
            <a:r>
              <a:rPr lang="da-DK" dirty="0" err="1"/>
              <a:t>access</a:t>
            </a:r>
            <a:r>
              <a:rPr lang="da-DK" dirty="0"/>
              <a:t> </a:t>
            </a:r>
            <a:r>
              <a:rPr lang="da-DK" dirty="0" err="1"/>
              <a:t>request</a:t>
            </a:r>
            <a:endParaRPr lang="da-DK" dirty="0"/>
          </a:p>
          <a:p>
            <a:pPr lvl="2"/>
            <a:r>
              <a:rPr lang="da-DK" dirty="0"/>
              <a:t>Nerver trust, </a:t>
            </a:r>
            <a:r>
              <a:rPr lang="da-DK" dirty="0" err="1"/>
              <a:t>always</a:t>
            </a:r>
            <a:r>
              <a:rPr lang="da-DK" dirty="0"/>
              <a:t> </a:t>
            </a:r>
            <a:r>
              <a:rPr lang="da-DK" dirty="0" err="1"/>
              <a:t>verify</a:t>
            </a:r>
            <a:endParaRPr lang="da-DK" dirty="0"/>
          </a:p>
          <a:p>
            <a:endParaRPr lang="da-DK" dirty="0"/>
          </a:p>
          <a:p>
            <a:endParaRPr lang="da-DK" dirty="0"/>
          </a:p>
          <a:p>
            <a:r>
              <a:rPr lang="da-DK" sz="1600" dirty="0"/>
              <a:t>SSE : framework </a:t>
            </a:r>
            <a:r>
              <a:rPr lang="da-DK" sz="1600" dirty="0" err="1"/>
              <a:t>that</a:t>
            </a:r>
            <a:r>
              <a:rPr lang="da-DK" sz="1600" dirty="0"/>
              <a:t> </a:t>
            </a:r>
            <a:r>
              <a:rPr lang="da-DK" sz="1600" dirty="0" err="1"/>
              <a:t>combines</a:t>
            </a:r>
            <a:r>
              <a:rPr lang="da-DK" sz="1600" dirty="0"/>
              <a:t> </a:t>
            </a:r>
            <a:r>
              <a:rPr lang="da-DK" sz="1600" dirty="0" err="1"/>
              <a:t>network</a:t>
            </a:r>
            <a:r>
              <a:rPr lang="da-DK" sz="1600" dirty="0"/>
              <a:t> security services </a:t>
            </a:r>
            <a:r>
              <a:rPr lang="da-DK" sz="1600" dirty="0" err="1"/>
              <a:t>into</a:t>
            </a:r>
            <a:r>
              <a:rPr lang="da-DK" sz="1600" dirty="0"/>
              <a:t> a cloud-</a:t>
            </a:r>
            <a:r>
              <a:rPr lang="da-DK" sz="1600" dirty="0" err="1"/>
              <a:t>based</a:t>
            </a:r>
            <a:r>
              <a:rPr lang="da-DK" sz="1600" dirty="0"/>
              <a:t> platform. Ex. Secure Web Gateways (SWG), Firewall-as-a-service (</a:t>
            </a:r>
            <a:r>
              <a:rPr lang="da-DK" sz="1600" dirty="0" err="1"/>
              <a:t>FWaaS</a:t>
            </a:r>
            <a:r>
              <a:rPr lang="da-DK" sz="1600" dirty="0"/>
              <a:t>) and Zero Trust Network Access (ZTNA) etc. </a:t>
            </a:r>
            <a:r>
              <a:rPr lang="da-DK" sz="1600" dirty="0" err="1"/>
              <a:t>into</a:t>
            </a:r>
            <a:r>
              <a:rPr lang="da-DK" sz="1600" dirty="0"/>
              <a:t> a </a:t>
            </a:r>
            <a:r>
              <a:rPr lang="da-DK" sz="1600" dirty="0" err="1"/>
              <a:t>unified</a:t>
            </a:r>
            <a:r>
              <a:rPr lang="da-DK" sz="1600" dirty="0"/>
              <a:t> solution</a:t>
            </a:r>
          </a:p>
        </p:txBody>
      </p:sp>
    </p:spTree>
    <p:extLst>
      <p:ext uri="{BB962C8B-B14F-4D97-AF65-F5344CB8AC3E}">
        <p14:creationId xmlns:p14="http://schemas.microsoft.com/office/powerpoint/2010/main" val="336501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663EA-63F8-EA63-D8FC-B5FD6EA70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525AAED-8654-6C14-6DAE-0C2E133BA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Pros</a:t>
            </a:r>
            <a:endParaRPr lang="da-DK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0471689-438C-23AA-230C-3D00AD44F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916" y="1825625"/>
            <a:ext cx="11035745" cy="4351338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da-DK" sz="3300" dirty="0" err="1"/>
              <a:t>Pros</a:t>
            </a:r>
            <a:endParaRPr lang="da-DK" sz="3300" dirty="0"/>
          </a:p>
          <a:p>
            <a:r>
              <a:rPr lang="da-DK" dirty="0"/>
              <a:t>Zero Trust Network Access (ZTNA)</a:t>
            </a:r>
          </a:p>
          <a:p>
            <a:pPr lvl="2"/>
            <a:r>
              <a:rPr lang="da-DK" dirty="0"/>
              <a:t>No user, </a:t>
            </a:r>
            <a:r>
              <a:rPr lang="da-DK" dirty="0" err="1"/>
              <a:t>device</a:t>
            </a:r>
            <a:r>
              <a:rPr lang="da-DK" dirty="0"/>
              <a:t> or </a:t>
            </a:r>
            <a:r>
              <a:rPr lang="da-DK" dirty="0" err="1"/>
              <a:t>network</a:t>
            </a:r>
            <a:r>
              <a:rPr lang="da-DK" dirty="0"/>
              <a:t> is </a:t>
            </a:r>
            <a:r>
              <a:rPr lang="da-DK" dirty="0" err="1"/>
              <a:t>trustworthy</a:t>
            </a:r>
            <a:r>
              <a:rPr lang="da-DK" dirty="0"/>
              <a:t> -&gt; </a:t>
            </a:r>
            <a:r>
              <a:rPr lang="da-DK" dirty="0" err="1"/>
              <a:t>verification</a:t>
            </a:r>
            <a:r>
              <a:rPr lang="da-DK" dirty="0"/>
              <a:t> for </a:t>
            </a:r>
            <a:r>
              <a:rPr lang="da-DK" dirty="0" err="1"/>
              <a:t>every</a:t>
            </a:r>
            <a:r>
              <a:rPr lang="da-DK" dirty="0"/>
              <a:t> </a:t>
            </a:r>
            <a:r>
              <a:rPr lang="da-DK" dirty="0" err="1"/>
              <a:t>access</a:t>
            </a:r>
            <a:r>
              <a:rPr lang="da-DK" dirty="0"/>
              <a:t> </a:t>
            </a:r>
            <a:r>
              <a:rPr lang="da-DK" dirty="0" err="1"/>
              <a:t>request</a:t>
            </a:r>
            <a:endParaRPr lang="da-DK" dirty="0"/>
          </a:p>
          <a:p>
            <a:pPr lvl="2"/>
            <a:r>
              <a:rPr lang="da-DK" dirty="0"/>
              <a:t>Nerver trust, </a:t>
            </a:r>
            <a:r>
              <a:rPr lang="da-DK" dirty="0" err="1"/>
              <a:t>always</a:t>
            </a:r>
            <a:r>
              <a:rPr lang="da-DK" dirty="0"/>
              <a:t> </a:t>
            </a:r>
            <a:r>
              <a:rPr lang="da-DK" dirty="0" err="1"/>
              <a:t>verify</a:t>
            </a:r>
            <a:endParaRPr lang="da-DK" dirty="0"/>
          </a:p>
          <a:p>
            <a:r>
              <a:rPr lang="da-DK" dirty="0"/>
              <a:t>Simple </a:t>
            </a:r>
            <a:r>
              <a:rPr lang="da-DK" dirty="0" err="1"/>
              <a:t>deployment</a:t>
            </a:r>
            <a:endParaRPr lang="da-DK" dirty="0"/>
          </a:p>
          <a:p>
            <a:pPr lvl="1"/>
            <a:r>
              <a:rPr lang="da-DK" dirty="0" err="1"/>
              <a:t>Everything</a:t>
            </a:r>
            <a:r>
              <a:rPr lang="da-DK" dirty="0"/>
              <a:t> is </a:t>
            </a:r>
            <a:r>
              <a:rPr lang="da-DK" dirty="0" err="1"/>
              <a:t>setup</a:t>
            </a:r>
            <a:r>
              <a:rPr lang="da-DK" dirty="0"/>
              <a:t> in </a:t>
            </a:r>
            <a:r>
              <a:rPr lang="da-DK" dirty="0" err="1"/>
              <a:t>Azure</a:t>
            </a:r>
            <a:r>
              <a:rPr lang="da-DK" dirty="0"/>
              <a:t> and the GSA Client is </a:t>
            </a:r>
            <a:r>
              <a:rPr lang="da-DK" dirty="0" err="1"/>
              <a:t>deployed</a:t>
            </a:r>
            <a:r>
              <a:rPr lang="da-DK" dirty="0"/>
              <a:t> </a:t>
            </a:r>
            <a:r>
              <a:rPr lang="da-DK" dirty="0" err="1"/>
              <a:t>using</a:t>
            </a:r>
            <a:r>
              <a:rPr lang="da-DK" dirty="0"/>
              <a:t> </a:t>
            </a:r>
            <a:r>
              <a:rPr lang="da-DK" dirty="0" err="1"/>
              <a:t>Intune</a:t>
            </a:r>
            <a:endParaRPr lang="da-DK" dirty="0"/>
          </a:p>
          <a:p>
            <a:r>
              <a:rPr lang="da-DK" dirty="0"/>
              <a:t>Simple management</a:t>
            </a:r>
          </a:p>
          <a:p>
            <a:pPr lvl="1"/>
            <a:r>
              <a:rPr lang="da-DK" dirty="0" err="1"/>
              <a:t>Every</a:t>
            </a:r>
            <a:r>
              <a:rPr lang="da-DK" dirty="0"/>
              <a:t> </a:t>
            </a:r>
            <a:r>
              <a:rPr lang="da-DK" dirty="0" err="1"/>
              <a:t>change</a:t>
            </a:r>
            <a:r>
              <a:rPr lang="da-DK" dirty="0"/>
              <a:t> is done in </a:t>
            </a:r>
            <a:r>
              <a:rPr lang="da-DK" dirty="0" err="1"/>
              <a:t>Azure</a:t>
            </a:r>
            <a:r>
              <a:rPr lang="da-DK" dirty="0"/>
              <a:t> -&gt; No </a:t>
            </a:r>
            <a:r>
              <a:rPr lang="da-DK" dirty="0" err="1"/>
              <a:t>changes</a:t>
            </a:r>
            <a:r>
              <a:rPr lang="da-DK" dirty="0"/>
              <a:t> </a:t>
            </a:r>
            <a:r>
              <a:rPr lang="da-DK" dirty="0" err="1"/>
              <a:t>needed</a:t>
            </a:r>
            <a:r>
              <a:rPr lang="da-DK" dirty="0"/>
              <a:t> on the </a:t>
            </a:r>
            <a:r>
              <a:rPr lang="da-DK" dirty="0" err="1"/>
              <a:t>clients</a:t>
            </a:r>
            <a:endParaRPr lang="da-DK" dirty="0"/>
          </a:p>
          <a:p>
            <a:r>
              <a:rPr lang="da-DK" dirty="0" err="1"/>
              <a:t>Granular</a:t>
            </a:r>
            <a:r>
              <a:rPr lang="da-DK" dirty="0"/>
              <a:t> Access Control</a:t>
            </a:r>
          </a:p>
          <a:p>
            <a:pPr lvl="1"/>
            <a:r>
              <a:rPr lang="da-DK" dirty="0"/>
              <a:t>Users/</a:t>
            </a:r>
            <a:r>
              <a:rPr lang="da-DK" dirty="0" err="1"/>
              <a:t>groups</a:t>
            </a:r>
            <a:r>
              <a:rPr lang="da-DK" dirty="0"/>
              <a:t> and </a:t>
            </a:r>
            <a:r>
              <a:rPr lang="da-DK" dirty="0" err="1"/>
              <a:t>Conditional</a:t>
            </a:r>
            <a:r>
              <a:rPr lang="da-DK" dirty="0"/>
              <a:t> Access per </a:t>
            </a:r>
            <a:r>
              <a:rPr lang="da-DK" dirty="0" err="1"/>
              <a:t>application</a:t>
            </a:r>
            <a:r>
              <a:rPr lang="da-DK" dirty="0"/>
              <a:t>/</a:t>
            </a:r>
            <a:r>
              <a:rPr lang="da-DK" dirty="0" err="1"/>
              <a:t>network</a:t>
            </a:r>
            <a:endParaRPr lang="da-DK" dirty="0"/>
          </a:p>
          <a:p>
            <a:r>
              <a:rPr lang="da-DK" dirty="0" err="1"/>
              <a:t>Detailed</a:t>
            </a:r>
            <a:r>
              <a:rPr lang="da-DK" dirty="0"/>
              <a:t> logs and </a:t>
            </a:r>
            <a:r>
              <a:rPr lang="da-DK" dirty="0" err="1"/>
              <a:t>dashboards</a:t>
            </a:r>
            <a:r>
              <a:rPr lang="da-DK" dirty="0"/>
              <a:t> </a:t>
            </a:r>
            <a:r>
              <a:rPr lang="da-DK" dirty="0" err="1"/>
              <a:t>making</a:t>
            </a:r>
            <a:r>
              <a:rPr lang="da-DK" dirty="0"/>
              <a:t> </a:t>
            </a:r>
            <a:r>
              <a:rPr lang="da-DK" dirty="0" err="1"/>
              <a:t>troubleshooting</a:t>
            </a:r>
            <a:r>
              <a:rPr lang="da-DK" dirty="0"/>
              <a:t> </a:t>
            </a:r>
            <a:r>
              <a:rPr lang="da-DK" dirty="0" err="1"/>
              <a:t>easier</a:t>
            </a:r>
            <a:endParaRPr lang="da-DK" dirty="0"/>
          </a:p>
          <a:p>
            <a:r>
              <a:rPr lang="da-DK" dirty="0"/>
              <a:t>Can </a:t>
            </a:r>
            <a:r>
              <a:rPr lang="da-DK" dirty="0" err="1"/>
              <a:t>coexist</a:t>
            </a:r>
            <a:r>
              <a:rPr lang="da-DK" dirty="0"/>
              <a:t> with </a:t>
            </a:r>
            <a:r>
              <a:rPr lang="da-DK" dirty="0" err="1"/>
              <a:t>existing</a:t>
            </a:r>
            <a:r>
              <a:rPr lang="da-DK" dirty="0"/>
              <a:t> solutions like </a:t>
            </a:r>
            <a:r>
              <a:rPr lang="da-DK" dirty="0" err="1"/>
              <a:t>AlwaysOn</a:t>
            </a:r>
            <a:r>
              <a:rPr lang="da-DK" dirty="0"/>
              <a:t> VPN </a:t>
            </a:r>
            <a:r>
              <a:rPr lang="da-DK" dirty="0" err="1"/>
              <a:t>making</a:t>
            </a:r>
            <a:r>
              <a:rPr lang="da-DK" dirty="0"/>
              <a:t> transition </a:t>
            </a:r>
            <a:r>
              <a:rPr lang="da-DK" dirty="0" err="1"/>
              <a:t>smooth</a:t>
            </a:r>
            <a:endParaRPr lang="da-DK" dirty="0"/>
          </a:p>
          <a:p>
            <a:pPr lvl="1"/>
            <a:r>
              <a:rPr lang="da-DK" dirty="0"/>
              <a:t>For hybrid </a:t>
            </a:r>
            <a:r>
              <a:rPr lang="da-DK" dirty="0" err="1"/>
              <a:t>joined</a:t>
            </a:r>
            <a:r>
              <a:rPr lang="da-DK" dirty="0"/>
              <a:t> </a:t>
            </a:r>
            <a:r>
              <a:rPr lang="da-DK" dirty="0" err="1"/>
              <a:t>devices</a:t>
            </a:r>
            <a:r>
              <a:rPr lang="da-DK" dirty="0"/>
              <a:t> </a:t>
            </a:r>
            <a:r>
              <a:rPr lang="da-DK" dirty="0" err="1"/>
              <a:t>having</a:t>
            </a:r>
            <a:r>
              <a:rPr lang="da-DK" dirty="0"/>
              <a:t> </a:t>
            </a:r>
            <a:r>
              <a:rPr lang="da-DK" dirty="0" err="1"/>
              <a:t>both</a:t>
            </a:r>
            <a:r>
              <a:rPr lang="da-DK" dirty="0"/>
              <a:t> solutions </a:t>
            </a:r>
            <a:r>
              <a:rPr lang="da-DK" dirty="0" err="1"/>
              <a:t>can</a:t>
            </a:r>
            <a:r>
              <a:rPr lang="da-DK" dirty="0"/>
              <a:t> </a:t>
            </a:r>
            <a:r>
              <a:rPr lang="da-DK" dirty="0" err="1"/>
              <a:t>sometimes</a:t>
            </a:r>
            <a:r>
              <a:rPr lang="da-DK" dirty="0"/>
              <a:t> </a:t>
            </a:r>
            <a:r>
              <a:rPr lang="da-DK" dirty="0" err="1"/>
              <a:t>make</a:t>
            </a:r>
            <a:r>
              <a:rPr lang="da-DK" dirty="0"/>
              <a:t> sense</a:t>
            </a:r>
          </a:p>
          <a:p>
            <a:pPr lvl="1"/>
            <a:endParaRPr lang="da-DK" dirty="0"/>
          </a:p>
          <a:p>
            <a:pPr marL="0" indent="0">
              <a:buNone/>
            </a:pPr>
            <a:endParaRPr lang="da-DK" dirty="0"/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8914527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056B0-5687-94FB-C553-BE3802FF4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D8AD88D-5FCF-11DB-0391-92999FCF9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</a:t>
            </a:r>
            <a:endParaRPr lang="da-DK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A6E58AB-6CC4-C605-853F-42FF838C14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916" y="1825625"/>
            <a:ext cx="11035745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a-DK" dirty="0" err="1"/>
              <a:t>Licensing</a:t>
            </a:r>
            <a:endParaRPr lang="da-DK" dirty="0"/>
          </a:p>
          <a:p>
            <a:pPr lvl="1"/>
            <a:r>
              <a:rPr lang="da-DK" dirty="0"/>
              <a:t>P1 (eller P2) with ”Microsoft Entra Private Access” </a:t>
            </a:r>
            <a:r>
              <a:rPr lang="da-DK" dirty="0" err="1"/>
              <a:t>addon</a:t>
            </a:r>
            <a:r>
              <a:rPr lang="da-DK" dirty="0"/>
              <a:t> </a:t>
            </a:r>
            <a:r>
              <a:rPr lang="da-DK" dirty="0" err="1"/>
              <a:t>license</a:t>
            </a:r>
            <a:endParaRPr lang="da-DK" dirty="0"/>
          </a:p>
          <a:p>
            <a:pPr lvl="1"/>
            <a:r>
              <a:rPr lang="da-DK" dirty="0" err="1"/>
              <a:t>Licensing</a:t>
            </a:r>
            <a:r>
              <a:rPr lang="da-DK" dirty="0"/>
              <a:t> is per user</a:t>
            </a:r>
          </a:p>
        </p:txBody>
      </p:sp>
    </p:spTree>
    <p:extLst>
      <p:ext uri="{BB962C8B-B14F-4D97-AF65-F5344CB8AC3E}">
        <p14:creationId xmlns:p14="http://schemas.microsoft.com/office/powerpoint/2010/main" val="21034239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980AB-8799-C268-6D65-83BECCD04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FE94588-D731-C48A-9951-D2C039F55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infrastructure</a:t>
            </a:r>
            <a:endParaRPr lang="da-DK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FF93912-035F-7752-552A-B68EF30EED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916" y="1825625"/>
            <a:ext cx="3463391" cy="4351338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da-DK" dirty="0" err="1"/>
              <a:t>Azure</a:t>
            </a:r>
            <a:endParaRPr lang="da-DK" dirty="0"/>
          </a:p>
          <a:p>
            <a:pPr lvl="1"/>
            <a:r>
              <a:rPr lang="da-DK" dirty="0"/>
              <a:t>GSA Connector</a:t>
            </a:r>
          </a:p>
          <a:p>
            <a:pPr lvl="1"/>
            <a:r>
              <a:rPr lang="da-DK" dirty="0"/>
              <a:t>Services (Web &amp; Fil)</a:t>
            </a:r>
          </a:p>
          <a:p>
            <a:pPr lvl="1"/>
            <a:endParaRPr lang="da-DK" dirty="0"/>
          </a:p>
          <a:p>
            <a:r>
              <a:rPr lang="da-DK" dirty="0" err="1"/>
              <a:t>OnPrem</a:t>
            </a:r>
            <a:endParaRPr lang="da-DK" dirty="0"/>
          </a:p>
          <a:p>
            <a:pPr lvl="1"/>
            <a:r>
              <a:rPr lang="da-DK" dirty="0"/>
              <a:t>Domain Controller</a:t>
            </a:r>
          </a:p>
          <a:p>
            <a:endParaRPr lang="da-DK" dirty="0"/>
          </a:p>
          <a:p>
            <a:r>
              <a:rPr lang="da-DK" dirty="0"/>
              <a:t>Client</a:t>
            </a:r>
          </a:p>
          <a:p>
            <a:pPr lvl="1"/>
            <a:r>
              <a:rPr lang="da-DK" dirty="0"/>
              <a:t>Non-</a:t>
            </a:r>
            <a:r>
              <a:rPr lang="da-DK" dirty="0" err="1"/>
              <a:t>admin</a:t>
            </a:r>
            <a:r>
              <a:rPr lang="da-DK" dirty="0"/>
              <a:t> bruger</a:t>
            </a:r>
          </a:p>
          <a:p>
            <a:endParaRPr lang="da-DK" dirty="0"/>
          </a:p>
          <a:p>
            <a:pPr marL="0" indent="0">
              <a:buNone/>
            </a:pPr>
            <a:r>
              <a:rPr lang="da-DK" sz="2200" dirty="0"/>
              <a:t>Entra Connect </a:t>
            </a:r>
            <a:r>
              <a:rPr lang="da-DK" sz="2200" dirty="0" err="1"/>
              <a:t>configured</a:t>
            </a:r>
            <a:endParaRPr lang="da-DK" sz="2200" dirty="0"/>
          </a:p>
          <a:p>
            <a:endParaRPr lang="da-DK" dirty="0"/>
          </a:p>
          <a:p>
            <a:endParaRPr lang="da-DK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E2A0B64-D2CA-5A74-68C0-C14BA9A13C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1591" y="1504125"/>
            <a:ext cx="7569684" cy="5024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969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083D5-DD4C-C4A3-D819-AB5690845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1142297-A366-A189-9814-125B186BB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  <a:endParaRPr lang="da-DK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C2636A4-8A0A-2C78-EFDC-EF417A5A10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916" y="1825625"/>
            <a:ext cx="11035745" cy="435133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da-DK" dirty="0" err="1"/>
              <a:t>What</a:t>
            </a:r>
            <a:r>
              <a:rPr lang="da-DK" dirty="0"/>
              <a:t> it looks like from an users </a:t>
            </a:r>
            <a:r>
              <a:rPr lang="da-DK" dirty="0" err="1"/>
              <a:t>perspective</a:t>
            </a:r>
            <a:endParaRPr lang="da-DK" dirty="0"/>
          </a:p>
          <a:p>
            <a:pPr lvl="1"/>
            <a:r>
              <a:rPr lang="da-DK" dirty="0"/>
              <a:t>Client Status</a:t>
            </a:r>
          </a:p>
          <a:p>
            <a:pPr lvl="1"/>
            <a:r>
              <a:rPr lang="da-DK" dirty="0"/>
              <a:t>Client Advanced Diagnostics</a:t>
            </a:r>
          </a:p>
          <a:p>
            <a:pPr lvl="2"/>
            <a:r>
              <a:rPr lang="da-DK" dirty="0"/>
              <a:t>Health Check, </a:t>
            </a:r>
            <a:r>
              <a:rPr lang="da-DK" dirty="0" err="1"/>
              <a:t>forwarding</a:t>
            </a:r>
            <a:r>
              <a:rPr lang="da-DK" dirty="0"/>
              <a:t> </a:t>
            </a:r>
            <a:r>
              <a:rPr lang="da-DK" dirty="0" err="1"/>
              <a:t>profile</a:t>
            </a:r>
            <a:r>
              <a:rPr lang="da-DK" dirty="0"/>
              <a:t> &amp; </a:t>
            </a:r>
            <a:r>
              <a:rPr lang="da-DK" dirty="0" err="1"/>
              <a:t>troubleshooting</a:t>
            </a:r>
            <a:endParaRPr lang="da-DK" dirty="0"/>
          </a:p>
          <a:p>
            <a:r>
              <a:rPr lang="da-DK" dirty="0"/>
              <a:t>Admin </a:t>
            </a:r>
            <a:r>
              <a:rPr lang="da-DK" dirty="0" err="1"/>
              <a:t>through</a:t>
            </a:r>
            <a:r>
              <a:rPr lang="da-DK" dirty="0"/>
              <a:t> </a:t>
            </a:r>
            <a:r>
              <a:rPr lang="da-DK" dirty="0">
                <a:hlinkClick r:id="rId3"/>
              </a:rPr>
              <a:t>https://entra.microsoft.com</a:t>
            </a:r>
            <a:endParaRPr lang="da-DK" dirty="0"/>
          </a:p>
          <a:p>
            <a:pPr lvl="1"/>
            <a:r>
              <a:rPr lang="da-DK" dirty="0"/>
              <a:t>Connectors, </a:t>
            </a:r>
            <a:r>
              <a:rPr lang="da-DK" dirty="0" err="1"/>
              <a:t>traffic</a:t>
            </a:r>
            <a:r>
              <a:rPr lang="da-DK" dirty="0"/>
              <a:t> flow</a:t>
            </a:r>
          </a:p>
          <a:p>
            <a:pPr lvl="1"/>
            <a:r>
              <a:rPr lang="da-DK" dirty="0"/>
              <a:t>Application </a:t>
            </a:r>
            <a:r>
              <a:rPr lang="da-DK" dirty="0" err="1"/>
              <a:t>configuration</a:t>
            </a:r>
            <a:endParaRPr lang="da-DK" dirty="0"/>
          </a:p>
          <a:p>
            <a:pPr lvl="2"/>
            <a:r>
              <a:rPr lang="da-DK" dirty="0"/>
              <a:t>IP/Ports/Networks/CIDR/FQDN/Protocols (no ICMP!)</a:t>
            </a:r>
          </a:p>
          <a:p>
            <a:pPr lvl="2"/>
            <a:r>
              <a:rPr lang="da-DK" dirty="0"/>
              <a:t>Users </a:t>
            </a:r>
          </a:p>
          <a:p>
            <a:pPr lvl="2"/>
            <a:r>
              <a:rPr lang="da-DK" dirty="0" err="1"/>
              <a:t>Conditional</a:t>
            </a:r>
            <a:r>
              <a:rPr lang="da-DK" dirty="0"/>
              <a:t> Access</a:t>
            </a:r>
          </a:p>
          <a:p>
            <a:pPr lvl="1"/>
            <a:r>
              <a:rPr lang="da-DK" dirty="0"/>
              <a:t>Private DNS</a:t>
            </a:r>
          </a:p>
          <a:p>
            <a:pPr lvl="2"/>
            <a:r>
              <a:rPr lang="da-DK" dirty="0"/>
              <a:t>DNS flow</a:t>
            </a:r>
          </a:p>
          <a:p>
            <a:endParaRPr lang="da-DK" dirty="0"/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8125395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8C1965F6-1BB3-F290-4C17-29EFDDA52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</a:t>
            </a:r>
            <a:endParaRPr lang="da-DK" dirty="0"/>
          </a:p>
        </p:txBody>
      </p:sp>
      <p:pic>
        <p:nvPicPr>
          <p:cNvPr id="8" name="Content Placeholder 7" descr="A question mark with a shadow&#10;&#10;AI-generated content may be incorrect.">
            <a:extLst>
              <a:ext uri="{FF2B5EF4-FFF2-40B4-BE49-F238E27FC236}">
                <a16:creationId xmlns:a16="http://schemas.microsoft.com/office/drawing/2014/main" id="{DD919B04-7507-F944-63D2-25502E16C5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93532"/>
            <a:ext cx="12191999" cy="5915025"/>
          </a:xfrm>
        </p:spPr>
      </p:pic>
    </p:spTree>
    <p:extLst>
      <p:ext uri="{BB962C8B-B14F-4D97-AF65-F5344CB8AC3E}">
        <p14:creationId xmlns:p14="http://schemas.microsoft.com/office/powerpoint/2010/main" val="3305968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nesto - Virksomhedspræsentation.potx" id="{0C36A0ED-2696-4CCD-A2D2-97D5AC442F58}" vid="{4A2A43B9-17D2-4C0F-BF08-6E55BA853F9B}"/>
    </a:ext>
  </a:extLst>
</a:theme>
</file>

<file path=ppt/theme/theme2.xml><?xml version="1.0" encoding="utf-8"?>
<a:theme xmlns:a="http://schemas.openxmlformats.org/drawingml/2006/main" name="2_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nesto - Virksomhedspræsentation.potx" id="{0C36A0ED-2696-4CCD-A2D2-97D5AC442F58}" vid="{DEE27DC7-B1CA-4A41-84B5-7227253C2613}"/>
    </a:ext>
  </a:extLst>
</a:theme>
</file>

<file path=ppt/theme/theme3.xml><?xml version="1.0" encoding="utf-8"?>
<a:theme xmlns:a="http://schemas.openxmlformats.org/drawingml/2006/main" name="5_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nesto - Virksomhedspræsentation.potx" id="{0C36A0ED-2696-4CCD-A2D2-97D5AC442F58}" vid="{91C4C88C-56C4-44A7-93D9-11C34B63E86B}"/>
    </a:ext>
  </a:extLst>
</a:theme>
</file>

<file path=ppt/theme/theme4.xml><?xml version="1.0" encoding="utf-8"?>
<a:theme xmlns:a="http://schemas.openxmlformats.org/drawingml/2006/main" name="6_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nesto - Virksomhedspræsentation.potx" id="{0C36A0ED-2696-4CCD-A2D2-97D5AC442F58}" vid="{51315FC2-0682-4132-B926-14DBB220900D}"/>
    </a:ext>
  </a:extLst>
</a:theme>
</file>

<file path=ppt/theme/theme5.xml><?xml version="1.0" encoding="utf-8"?>
<a:theme xmlns:a="http://schemas.openxmlformats.org/drawingml/2006/main" name="3_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nesto - Virksomhedspræsentation.potx" id="{0C36A0ED-2696-4CCD-A2D2-97D5AC442F58}" vid="{1A64CC00-ED87-4F69-9985-A29A3AD9234F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f4731d6-24fc-44fa-b85e-8328b8595f1a" xsi:nil="true"/>
    <lcf76f155ced4ddcb4097134ff3c332f xmlns="95845261-47d1-4a5e-9192-7b397029b457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63FB5EB2A176A4EB72D465AADA8FCE3" ma:contentTypeVersion="12" ma:contentTypeDescription="Create a new document." ma:contentTypeScope="" ma:versionID="5575ecaf557c47d63e8758b204a76794">
  <xsd:schema xmlns:xsd="http://www.w3.org/2001/XMLSchema" xmlns:xs="http://www.w3.org/2001/XMLSchema" xmlns:p="http://schemas.microsoft.com/office/2006/metadata/properties" xmlns:ns2="95845261-47d1-4a5e-9192-7b397029b457" xmlns:ns3="ef4731d6-24fc-44fa-b85e-8328b8595f1a" targetNamespace="http://schemas.microsoft.com/office/2006/metadata/properties" ma:root="true" ma:fieldsID="108e4cdd8e60298f253f5a3e09a53849" ns2:_="" ns3:_="">
    <xsd:import namespace="95845261-47d1-4a5e-9192-7b397029b457"/>
    <xsd:import namespace="ef4731d6-24fc-44fa-b85e-8328b8595f1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845261-47d1-4a5e-9192-7b397029b45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2081c2ff-b0fb-486c-8f2e-5aae46e1166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f4731d6-24fc-44fa-b85e-8328b8595f1a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39a8170-4af6-4854-a83a-23d218abe6a0}" ma:internalName="TaxCatchAll" ma:showField="CatchAllData" ma:web="ef4731d6-24fc-44fa-b85e-8328b8595f1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DAF155F-B379-4CAD-9054-89FB3D38BD90}">
  <ds:schemaRefs>
    <ds:schemaRef ds:uri="http://www.w3.org/XML/1998/namespace"/>
    <ds:schemaRef ds:uri="http://purl.org/dc/terms/"/>
    <ds:schemaRef ds:uri="95845261-47d1-4a5e-9192-7b397029b457"/>
    <ds:schemaRef ds:uri="http://schemas.microsoft.com/office/2006/documentManagement/types"/>
    <ds:schemaRef ds:uri="http://purl.org/dc/dcmitype/"/>
    <ds:schemaRef ds:uri="http://schemas.microsoft.com/office/2006/metadata/properties"/>
    <ds:schemaRef ds:uri="ef4731d6-24fc-44fa-b85e-8328b8595f1a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002BBBD5-CB4F-4B2D-8F67-D7CFBA030994}">
  <ds:schemaRefs>
    <ds:schemaRef ds:uri="95845261-47d1-4a5e-9192-7b397029b457"/>
    <ds:schemaRef ds:uri="ef4731d6-24fc-44fa-b85e-8328b8595f1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22F8B4E9-62FF-4EC8-9166-4051041B8CB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Onesto - Virksomhedspræsentation</Template>
  <TotalTime>0</TotalTime>
  <Words>350</Words>
  <Application>Microsoft Office PowerPoint</Application>
  <PresentationFormat>Widescreen</PresentationFormat>
  <Paragraphs>76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Aptos</vt:lpstr>
      <vt:lpstr>Aptos Display</vt:lpstr>
      <vt:lpstr>Arial</vt:lpstr>
      <vt:lpstr>Office-tema</vt:lpstr>
      <vt:lpstr>2_Office-tema</vt:lpstr>
      <vt:lpstr>5_Office-tema</vt:lpstr>
      <vt:lpstr>6_Office-tema</vt:lpstr>
      <vt:lpstr>3_Office-tema</vt:lpstr>
      <vt:lpstr>Global Secure Access Quick Demo</vt:lpstr>
      <vt:lpstr>Agenda</vt:lpstr>
      <vt:lpstr>What is Global Secure Access</vt:lpstr>
      <vt:lpstr>Pros</vt:lpstr>
      <vt:lpstr>Cons</vt:lpstr>
      <vt:lpstr>Demo infrastructure</vt:lpstr>
      <vt:lpstr>Demo</vt:lpstr>
      <vt:lpstr>Questions</vt:lpstr>
    </vt:vector>
  </TitlesOfParts>
  <Company>Onesto ApS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Præsentation af ONESTO</dc:title>
  <dc:creator>Flemming Hjorth Andersen</dc:creator>
  <cp:lastModifiedBy>Bjørn Mikkelsen</cp:lastModifiedBy>
  <cp:revision>5</cp:revision>
  <dcterms:created xsi:type="dcterms:W3CDTF">2024-08-26T13:12:33Z</dcterms:created>
  <dcterms:modified xsi:type="dcterms:W3CDTF">2025-03-26T14:53:02Z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0x010100B63FB5EB2A176A4EB72D465AADA8FCE3</vt:lpwstr>
  </property>
  <property fmtid="{D5CDD505-2E9C-101B-9397-08002B2CF9AE}" pid="3" name="MediaServiceImageTags">
    <vt:lpwstr/>
  </property>
</Properties>
</file>